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62" r:id="rId4"/>
    <p:sldId id="256" r:id="rId5"/>
    <p:sldId id="261" r:id="rId6"/>
    <p:sldId id="263" r:id="rId7"/>
    <p:sldId id="260" r:id="rId8"/>
    <p:sldId id="259" r:id="rId9"/>
    <p:sldId id="25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image" Target="../media/image14.wmf"/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1" Type="http://schemas.openxmlformats.org/officeDocument/2006/relationships/image" Target="../media/image17.wmf"/><Relationship Id="rId10" Type="http://schemas.openxmlformats.org/officeDocument/2006/relationships/image" Target="../media/image16.wmf"/><Relationship Id="rId1" Type="http://schemas.openxmlformats.org/officeDocument/2006/relationships/image" Target="../media/image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A3F19-47B1-4F28-A305-1D73B9B01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4BCF1-33EF-4D18-9986-0D34EC44FB1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2.bin"/><Relationship Id="rId26" Type="http://schemas.openxmlformats.org/officeDocument/2006/relationships/vmlDrawing" Target="../drawings/vmlDrawing1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9.png"/><Relationship Id="rId23" Type="http://schemas.openxmlformats.org/officeDocument/2006/relationships/image" Target="../media/image18.png"/><Relationship Id="rId22" Type="http://schemas.openxmlformats.org/officeDocument/2006/relationships/image" Target="../media/image17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6.wmf"/><Relationship Id="rId2" Type="http://schemas.openxmlformats.org/officeDocument/2006/relationships/image" Target="../media/image7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5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14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13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061633" y="1910281"/>
            <a:ext cx="10068732" cy="674591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粒子模拟第一次作业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1" y="4695220"/>
            <a:ext cx="1219199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赵世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娟</a:t>
            </a: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58639" y="1009020"/>
            <a:ext cx="1008782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在区域为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100*100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的空间中有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100*100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的均匀网格，区域中有均匀分布的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个粒子。编程求出网格点上的粒子数密度（绘图）。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3705" y="324792"/>
            <a:ext cx="2000816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第一题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495" y="1934210"/>
            <a:ext cx="10472420" cy="4363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33705" y="324792"/>
            <a:ext cx="2000816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参数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设置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955675"/>
            <a:ext cx="8610600" cy="52336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33705" y="324485"/>
            <a:ext cx="63119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最近网格法和一阶权重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法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705" y="1466215"/>
            <a:ext cx="5662295" cy="37426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070" y="1466215"/>
            <a:ext cx="5380990" cy="45573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95677" y="893658"/>
                <a:ext cx="10377535" cy="654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US" altLang="zh-CN" dirty="0"/>
                  <a:t>       </a:t>
                </a:r>
                <a:r>
                  <a:rPr lang="zh-CN" altLang="zh-CN" dirty="0"/>
                  <a:t>在区域为</a:t>
                </a:r>
                <a:r>
                  <a:rPr lang="en-US" altLang="zh-CN" dirty="0"/>
                  <a:t>100*100</a:t>
                </a:r>
                <a:r>
                  <a:rPr lang="zh-CN" altLang="zh-CN" dirty="0"/>
                  <a:t>的空间中有</a:t>
                </a:r>
                <a:r>
                  <a:rPr lang="en-US" altLang="zh-CN" dirty="0"/>
                  <a:t>100*100</a:t>
                </a:r>
                <a:r>
                  <a:rPr lang="zh-CN" altLang="zh-CN" dirty="0"/>
                  <a:t>的均匀网格，网格上分布的电场满足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dirty="0"/>
                  <a:t>。</a:t>
                </a:r>
                <a:r>
                  <a:rPr lang="en-US" altLang="zh-CN" dirty="0" err="1"/>
                  <a:t>i</a:t>
                </a:r>
                <a:r>
                  <a:rPr lang="zh-CN" altLang="zh-CN" dirty="0"/>
                  <a:t>，</a:t>
                </a:r>
                <a:r>
                  <a:rPr lang="en-US" altLang="zh-CN" dirty="0"/>
                  <a:t>j</a:t>
                </a:r>
                <a:r>
                  <a:rPr lang="zh-CN" altLang="zh-CN" dirty="0"/>
                  <a:t>为</a:t>
                </a:r>
                <a:r>
                  <a:rPr lang="en-US" altLang="zh-CN" dirty="0"/>
                  <a:t>x</a:t>
                </a:r>
                <a:r>
                  <a:rPr lang="zh-CN" altLang="zh-CN" dirty="0"/>
                  <a:t>和</a:t>
                </a:r>
                <a:r>
                  <a:rPr lang="en-US" altLang="zh-CN" dirty="0"/>
                  <a:t>y</a:t>
                </a:r>
                <a:r>
                  <a:rPr lang="zh-CN" altLang="zh-CN" dirty="0"/>
                  <a:t>方向的网格点序号，编程求粒子在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8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 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处电场。</a:t>
                </a:r>
                <a:endParaRPr lang="zh-CN" altLang="zh-CN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77" y="893658"/>
                <a:ext cx="10377535" cy="654685"/>
              </a:xfrm>
              <a:prstGeom prst="rect">
                <a:avLst/>
              </a:prstGeom>
              <a:blipFill rotWithShape="1">
                <a:blip r:embed="rId1"/>
                <a:stretch>
                  <a:fillRect l="-4" t="-33" r="1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7683500" y="2639060"/>
            <a:ext cx="324231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结果：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一阶权重法插值结果</a:t>
            </a:r>
            <a:r>
              <a:rPr lang="en-US" altLang="zh-CN" dirty="0"/>
              <a:t>: </a:t>
            </a:r>
            <a:endParaRPr lang="en-US" altLang="zh-CN" dirty="0"/>
          </a:p>
          <a:p>
            <a:r>
              <a:rPr lang="en-US" altLang="zh-CN" dirty="0"/>
              <a:t>E = 98.3000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精确值</a:t>
            </a:r>
            <a:r>
              <a:rPr lang="en-US" altLang="zh-CN" dirty="0"/>
              <a:t> (E = x + y</a:t>
            </a:r>
            <a:r>
              <a:rPr lang="en-US" altLang="en-US" dirty="0"/>
              <a:t>²</a:t>
            </a:r>
            <a:r>
              <a:rPr lang="en-US" altLang="zh-CN" dirty="0"/>
              <a:t>): </a:t>
            </a:r>
            <a:endParaRPr lang="en-US" altLang="zh-CN" dirty="0"/>
          </a:p>
          <a:p>
            <a:r>
              <a:rPr lang="en-US" altLang="zh-CN" dirty="0"/>
              <a:t>E = 98.0500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误差</a:t>
            </a:r>
            <a:r>
              <a:rPr lang="en-US" altLang="zh-CN" dirty="0"/>
              <a:t>: 0.2500</a:t>
            </a:r>
            <a:endParaRPr lang="en-US" altLang="zh-CN" dirty="0"/>
          </a:p>
        </p:txBody>
      </p:sp>
      <p:sp>
        <p:nvSpPr>
          <p:cNvPr id="16" name="文本框 15"/>
          <p:cNvSpPr txBox="1"/>
          <p:nvPr/>
        </p:nvSpPr>
        <p:spPr>
          <a:xfrm>
            <a:off x="433705" y="324792"/>
            <a:ext cx="2000816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二题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05" y="1624965"/>
            <a:ext cx="6668770" cy="5001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50326" y="1603618"/>
          <a:ext cx="5081031" cy="705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9" name="AxMath" r:id="rId1" imgW="914400" imgH="914400" progId="Equation.AxMath">
                  <p:embed/>
                </p:oleObj>
              </mc:Choice>
              <mc:Fallback>
                <p:oleObj name="AxMath" r:id="rId1" imgW="914400" imgH="914400" progId="Equation.AxMath">
                  <p:embed/>
                  <p:pic>
                    <p:nvPicPr>
                      <p:cNvPr id="0" name="对象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0326" y="1603618"/>
                        <a:ext cx="5081031" cy="7053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41786" y="2406547"/>
          <a:ext cx="5089571" cy="701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" name="AxMath" r:id="rId3" imgW="914400" imgH="914400" progId="Equation.AxMath">
                  <p:embed/>
                </p:oleObj>
              </mc:Choice>
              <mc:Fallback>
                <p:oleObj name="AxMath" r:id="rId3" imgW="914400" imgH="914400" progId="Equation.AxMath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1786" y="2406547"/>
                        <a:ext cx="5089571" cy="7017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41786" y="3604195"/>
          <a:ext cx="5077516" cy="734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" name="AxMath" r:id="rId5" imgW="914400" imgH="914400" progId="Equation.AxMath">
                  <p:embed/>
                </p:oleObj>
              </mc:Choice>
              <mc:Fallback>
                <p:oleObj name="AxMath" r:id="rId5" imgW="914400" imgH="914400" progId="Equation.AxMath">
                  <p:embed/>
                  <p:pic>
                    <p:nvPicPr>
                      <p:cNvPr id="0" name="对象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1786" y="3604195"/>
                        <a:ext cx="5077516" cy="7340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41786" y="4841081"/>
          <a:ext cx="9172576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2" name="AxMath" r:id="rId7" imgW="914400" imgH="914400" progId="Equation.AxMath">
                  <p:embed/>
                </p:oleObj>
              </mc:Choice>
              <mc:Fallback>
                <p:oleObj name="AxMath" r:id="rId7" imgW="914400" imgH="914400" progId="Equation.AxMath">
                  <p:embed/>
                  <p:pic>
                    <p:nvPicPr>
                      <p:cNvPr id="0" name="对象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1786" y="4841081"/>
                        <a:ext cx="9172576" cy="182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0440988" y="4097338"/>
          <a:ext cx="11525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3" name="AxMath" r:id="rId9" imgW="914400" imgH="914400" progId="Equation.AxMath">
                  <p:embed/>
                </p:oleObj>
              </mc:Choice>
              <mc:Fallback>
                <p:oleObj name="AxMath" r:id="rId9" imgW="914400" imgH="914400" progId="Equation.AxMath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440988" y="4097338"/>
                        <a:ext cx="1152525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7795034" y="1173603"/>
            <a:ext cx="2869948" cy="285518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224713" y="4097338"/>
          <a:ext cx="11398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4" name="AxMath" r:id="rId11" imgW="914400" imgH="914400" progId="Equation.AxMath">
                  <p:embed/>
                </p:oleObj>
              </mc:Choice>
              <mc:Fallback>
                <p:oleObj name="AxMath" r:id="rId11" imgW="914400" imgH="914400" progId="Equation.AxMath">
                  <p:embed/>
                  <p:pic>
                    <p:nvPicPr>
                      <p:cNvPr id="0" name="对象 1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24713" y="4097338"/>
                        <a:ext cx="1139825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0363200" y="630238"/>
          <a:ext cx="11398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5" name="AxMath" r:id="rId13" imgW="914400" imgH="914400" progId="Equation.AxMath">
                  <p:embed/>
                </p:oleObj>
              </mc:Choice>
              <mc:Fallback>
                <p:oleObj name="AxMath" r:id="rId13" imgW="914400" imgH="914400" progId="Equation.AxMath">
                  <p:embed/>
                  <p:pic>
                    <p:nvPicPr>
                      <p:cNvPr id="0" name="对象 1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363200" y="630238"/>
                        <a:ext cx="1139825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232650" y="685800"/>
          <a:ext cx="11239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6" name="AxMath" r:id="rId15" imgW="914400" imgH="914400" progId="Equation.AxMath">
                  <p:embed/>
                </p:oleObj>
              </mc:Choice>
              <mc:Fallback>
                <p:oleObj name="AxMath" r:id="rId15" imgW="914400" imgH="914400" progId="Equation.AxMath">
                  <p:embed/>
                  <p:pic>
                    <p:nvPicPr>
                      <p:cNvPr id="0" name="对象 1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32650" y="685800"/>
                        <a:ext cx="1123950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椭圆 16"/>
          <p:cNvSpPr/>
          <p:nvPr/>
        </p:nvSpPr>
        <p:spPr>
          <a:xfrm>
            <a:off x="8474043" y="1982466"/>
            <a:ext cx="72428" cy="7882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629650" y="1558925"/>
          <a:ext cx="85248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7" name="AxMath" r:id="rId17" imgW="914400" imgH="914400" progId="Equation.AxMath">
                  <p:embed/>
                </p:oleObj>
              </mc:Choice>
              <mc:Fallback>
                <p:oleObj name="AxMath" r:id="rId17" imgW="914400" imgH="914400" progId="Equation.AxMath">
                  <p:embed/>
                  <p:pic>
                    <p:nvPicPr>
                      <p:cNvPr id="0" name="对象 1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629650" y="1558925"/>
                        <a:ext cx="852488" cy="433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8510257" y="1173603"/>
            <a:ext cx="4526" cy="285518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>
          <a:xfrm>
            <a:off x="8458199" y="1102519"/>
            <a:ext cx="104116" cy="12541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8458199" y="3966086"/>
            <a:ext cx="104116" cy="12541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8563883" y="694995"/>
          <a:ext cx="10191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8" name="AxMath" r:id="rId19" imgW="914400" imgH="914400" progId="Equation.AxMath">
                  <p:embed/>
                </p:oleObj>
              </mc:Choice>
              <mc:Fallback>
                <p:oleObj name="AxMath" r:id="rId19" imgW="914400" imgH="914400" progId="Equation.AxMath">
                  <p:embed/>
                  <p:pic>
                    <p:nvPicPr>
                      <p:cNvPr id="0" name="对象 1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63883" y="694995"/>
                        <a:ext cx="1019175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8661400" y="3522663"/>
          <a:ext cx="10318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9" name="AxMath" r:id="rId21" imgW="914400" imgH="914400" progId="Equation.AxMath">
                  <p:embed/>
                </p:oleObj>
              </mc:Choice>
              <mc:Fallback>
                <p:oleObj name="AxMath" r:id="rId21" imgW="914400" imgH="914400" progId="Equation.AxMath">
                  <p:embed/>
                  <p:pic>
                    <p:nvPicPr>
                      <p:cNvPr id="0" name="对象 2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661400" y="3522663"/>
                        <a:ext cx="1031875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573945" y="1128222"/>
                <a:ext cx="2517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方向进行线性插值</a:t>
                </a:r>
                <a:r>
                  <a:rPr lang="en-US" altLang="zh-CN" dirty="0"/>
                  <a:t>:</a:t>
                </a:r>
                <a:endParaRPr lang="zh-CN" altLang="en-US" dirty="0"/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45" y="1128222"/>
                <a:ext cx="2517539" cy="369332"/>
              </a:xfrm>
              <a:prstGeom prst="rect">
                <a:avLst/>
              </a:prstGeom>
              <a:blipFill rotWithShape="1">
                <a:blip r:embed="rId23"/>
                <a:stretch>
                  <a:fillRect l="-21" t="-125" r="12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673302" y="3171573"/>
                <a:ext cx="2517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方向进行线性插值</a:t>
                </a:r>
                <a:r>
                  <a:rPr lang="en-US" altLang="zh-CN" dirty="0"/>
                  <a:t>:</a:t>
                </a:r>
                <a:endParaRPr lang="zh-CN" altLang="en-US" dirty="0"/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02" y="3171573"/>
                <a:ext cx="2517539" cy="369332"/>
              </a:xfrm>
              <a:prstGeom prst="rect">
                <a:avLst/>
              </a:prstGeom>
              <a:blipFill rotWithShape="1">
                <a:blip r:embed="rId24"/>
                <a:stretch>
                  <a:fillRect l="-8" t="-104" r="24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/>
          <p:cNvSpPr txBox="1"/>
          <p:nvPr/>
        </p:nvSpPr>
        <p:spPr>
          <a:xfrm>
            <a:off x="673302" y="4464841"/>
            <a:ext cx="251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整理可得：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0" y="177472"/>
            <a:ext cx="6097508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一阶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权重法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0" y="177472"/>
            <a:ext cx="6097508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一阶权重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法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630" y="762000"/>
            <a:ext cx="9477375" cy="5854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WPS 演示</Application>
  <PresentationFormat>宽屏</PresentationFormat>
  <Paragraphs>33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7</vt:i4>
      </vt:variant>
    </vt:vector>
  </HeadingPairs>
  <TitlesOfParts>
    <vt:vector size="32" baseType="lpstr">
      <vt:lpstr>Arial</vt:lpstr>
      <vt:lpstr>宋体</vt:lpstr>
      <vt:lpstr>Wingdings</vt:lpstr>
      <vt:lpstr>Microsoft YaHei UI</vt:lpstr>
      <vt:lpstr>Times New Roman</vt:lpstr>
      <vt:lpstr>Cambria Math</vt:lpstr>
      <vt:lpstr>等线</vt:lpstr>
      <vt:lpstr>微软雅黑</vt:lpstr>
      <vt:lpstr>Arial Unicode MS</vt:lpstr>
      <vt:lpstr>等线 Light</vt:lpstr>
      <vt:lpstr>Calibri</vt:lpstr>
      <vt:lpstr>Consolas</vt:lpstr>
      <vt:lpstr>Office 主题​​</vt:lpstr>
      <vt:lpstr>1_Office 主题​​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粒子模拟第一次作业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yh yang</dc:creator>
  <cp:lastModifiedBy>赵世娟</cp:lastModifiedBy>
  <cp:revision>145</cp:revision>
  <dcterms:created xsi:type="dcterms:W3CDTF">2025-03-10T08:02:00Z</dcterms:created>
  <dcterms:modified xsi:type="dcterms:W3CDTF">2026-03-30T13:52:45Z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F6BC556F925D4B68A624498670B1486F_13</vt:lpwstr>
  </property>
  <property fmtid="{D5CDD505-2E9C-101B-9397-08002B2CF9AE}" pid="3" name="KSOProductBuildVer">
    <vt:lpwstr>2052-12.1.0.25225</vt:lpwstr>
  </property>
</Properties>
</file>